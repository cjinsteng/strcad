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71" autoAdjust="0"/>
    <p:restoredTop sz="94660"/>
  </p:normalViewPr>
  <p:slideViewPr>
    <p:cSldViewPr snapToGrid="0">
      <p:cViewPr>
        <p:scale>
          <a:sx n="50" d="100"/>
          <a:sy n="50" d="100"/>
        </p:scale>
        <p:origin x="216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62D400-AA53-4A46-9F30-3E66EB5811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1FB7C10-2E7B-4109-85FE-55FD2F806B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2D1EBF-570A-4CBD-A683-9C4FD564D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20322-D260-4488-B2C0-E22683D522C9}" type="datetimeFigureOut">
              <a:rPr lang="ko-KR" altLang="en-US" smtClean="0"/>
              <a:t>2026-03-01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072D78-42CC-4628-BD22-FDD04753D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21C555-0CA3-48EC-9E26-241B12E4C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31B65-C052-4041-A1E7-14DAD43F3D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3501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42DFEE-1DC4-410E-902C-8FAB87D83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C76863-A8D0-4EDB-8E76-B58C0EE82B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F08727-DD19-4098-AAE2-B452804A2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20322-D260-4488-B2C0-E22683D522C9}" type="datetimeFigureOut">
              <a:rPr lang="ko-KR" altLang="en-US" smtClean="0"/>
              <a:t>2026-03-01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19ED6D-A440-4355-BCB3-F6CF53DEC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D9204A-3ECF-4259-8311-C57127DC2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31B65-C052-4041-A1E7-14DAD43F3D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8103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C12A8E-D5D5-4218-84EE-7044C3A65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636A007-51FB-45E6-B88E-DE08C8BF3F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311064-69BC-4AF5-BFAC-19D07E72D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20322-D260-4488-B2C0-E22683D522C9}" type="datetimeFigureOut">
              <a:rPr lang="ko-KR" altLang="en-US" smtClean="0"/>
              <a:t>2026-03-01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0094BB4-78EA-483F-B550-9291A4D5D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A59570-EB31-45AC-AFB1-BA9C02A6A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31B65-C052-4041-A1E7-14DAD43F3D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6177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B9234F-B2D4-4D6C-8D68-74C5FE6FB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6A3121-43FC-443B-81CD-7CAC103437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568AFD5-0FCE-4D99-931A-86DE60BED4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C49100-D82F-482D-898A-1CEE69C88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20322-D260-4488-B2C0-E22683D522C9}" type="datetimeFigureOut">
              <a:rPr lang="ko-KR" altLang="en-US" smtClean="0"/>
              <a:t>2026-03-01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C1F79A0-E6AE-4F9E-9F0F-C018CEC4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E0399F3-A839-4E5A-969E-258372012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31B65-C052-4041-A1E7-14DAD43F3D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0493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F51484-1CA6-4174-9F6E-E21779350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E00F42-7DEC-488C-BCA6-484023DE65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3098603-319C-4F89-BCDB-BA821B0028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6514290-3CBC-4B84-8366-438D6BB1A4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FA31948-7FEE-48BD-A6C9-55C98B647F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7102923-0959-41F8-ACF6-43CCBB6BB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20322-D260-4488-B2C0-E22683D522C9}" type="datetimeFigureOut">
              <a:rPr lang="ko-KR" altLang="en-US" smtClean="0"/>
              <a:t>2026-03-01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D57967-8198-4AF7-A462-4B36D7322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7ACA1A2-E82E-46C1-8DD3-BB16B31FD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31B65-C052-4041-A1E7-14DAD43F3D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2967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B8F787-117E-49FE-B295-0EE4227FB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58E0E9E-293E-4427-BA19-7285EF110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20322-D260-4488-B2C0-E22683D522C9}" type="datetimeFigureOut">
              <a:rPr lang="ko-KR" altLang="en-US" smtClean="0"/>
              <a:t>2026-03-01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C93AD0E-CE92-494E-BB36-295DF5D57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43EFF0D-F673-46AB-AC12-AEBF56C28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31B65-C052-4041-A1E7-14DAD43F3D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5541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8696588-282D-48D4-808D-BFDA4CFA1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20322-D260-4488-B2C0-E22683D522C9}" type="datetimeFigureOut">
              <a:rPr lang="ko-KR" altLang="en-US" smtClean="0"/>
              <a:t>2026-03-01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87DB929-1061-46FD-974B-E61144FC7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EF6B5B-61A9-47B0-BFE7-96E55D989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31B65-C052-4041-A1E7-14DAD43F3D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4284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159897-7009-4F3B-8B9C-FD6676E38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F34E16-9600-47FD-9CC9-F722BBC96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0448A90-19E2-4E93-8D3F-E80106F402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2367EDE-680D-4067-94D6-A879AC140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20322-D260-4488-B2C0-E22683D522C9}" type="datetimeFigureOut">
              <a:rPr lang="ko-KR" altLang="en-US" smtClean="0"/>
              <a:t>2026-03-01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39460A6-EF1A-42BF-8AD8-997CE36FD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4823CCF-0BFD-4F3C-9250-0CE843A5F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31B65-C052-4041-A1E7-14DAD43F3D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307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683AEB-4FA4-4885-9F49-13A7481CA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366D514-4793-4A92-B513-B9402625B4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AB4BACC-29DF-46BC-9428-CAC8AE6B71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03473FD-DF03-43F7-901E-44CC80455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20322-D260-4488-B2C0-E22683D522C9}" type="datetimeFigureOut">
              <a:rPr lang="ko-KR" altLang="en-US" smtClean="0"/>
              <a:t>2026-03-01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BFCEF81-8028-4524-BE24-DD348242F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884722F-768E-49C8-9B5A-3BCEFB00A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31B65-C052-4041-A1E7-14DAD43F3D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6706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9B0B60-5A1F-4EC8-AEC0-38FE0C3A9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0E49E40-87CE-4DCF-B35F-44FFE17E03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BD5FAB-8155-47D5-8C60-DD41C5A64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20322-D260-4488-B2C0-E22683D522C9}" type="datetimeFigureOut">
              <a:rPr lang="ko-KR" altLang="en-US" smtClean="0"/>
              <a:t>2026-03-01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01F7EB-A128-4123-80AF-DA2B0159B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79E9C3-5C4D-4B7B-8E8D-C6A402A3C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31B65-C052-4041-A1E7-14DAD43F3D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8333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2A5B957-9C18-401B-8CB9-08D6836587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28BA678-DD5B-4535-917B-9995939F33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8101595-6381-4ABB-ADD3-C3B24015A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20322-D260-4488-B2C0-E22683D522C9}" type="datetimeFigureOut">
              <a:rPr lang="ko-KR" altLang="en-US" smtClean="0"/>
              <a:t>2026-03-01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645FE6-2648-4D93-BF7E-E029BA37D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46C2C4C-EBD6-4E55-A34F-D980FEF08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31B65-C052-4041-A1E7-14DAD43F3D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4274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8D2E3EC-6E6F-4C95-A3CD-AE9F66319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396230-AADC-43B8-882D-78FD233634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3DE5B1-439A-42A1-9237-C9370A8A39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A20322-D260-4488-B2C0-E22683D522C9}" type="datetimeFigureOut">
              <a:rPr lang="ko-KR" altLang="en-US" smtClean="0"/>
              <a:t>2026-03-01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B74AEC-C459-4F57-9841-E390284F8A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9691C9-DA89-4B4B-B724-C3BC9FE690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631B65-C052-4041-A1E7-14DAD43F3D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6258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579D2ACB-395B-4119-84F5-0BF4BF7266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53" y="0"/>
            <a:ext cx="1215469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743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8E1DEC70-443F-405D-B1D6-40BC02450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8789" y="0"/>
            <a:ext cx="98344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152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21A12CB2-98E4-4F3C-91ED-766F6DD447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0714" y="0"/>
            <a:ext cx="94705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522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112063C1-FE67-4D14-BA0C-503B3B9221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046" y="0"/>
            <a:ext cx="106019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184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DD33CB25-F8FB-4A4C-A762-3C9BF83DB6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166687"/>
            <a:ext cx="11506200" cy="652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548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1CF38D4B-AF49-4987-890C-348C732DAB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62" y="161925"/>
            <a:ext cx="11496675" cy="653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2686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CJ JI</dc:creator>
  <cp:lastModifiedBy>CJ JI</cp:lastModifiedBy>
  <cp:revision>1</cp:revision>
  <dcterms:created xsi:type="dcterms:W3CDTF">2026-03-01T05:43:34Z</dcterms:created>
  <dcterms:modified xsi:type="dcterms:W3CDTF">2026-03-01T05:44:07Z</dcterms:modified>
</cp:coreProperties>
</file>